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308B-2C1F-C162-4A13-947F1748E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E5B79-E9CB-2062-26B7-7B8E1AF5C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04E99-7612-4D9C-CE5F-ACFBE5EB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6081E-7EE7-38E1-329B-446834A99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FF90B-A680-9FCA-AA30-37C0A83C9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17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49D1-80ED-1218-B575-554C9004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8F04E-5B0A-2CF7-5ABC-8F71C6B1D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F40F5-FA06-C3FE-6E5F-2038C736D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E44E0-4B77-8AFD-D50A-966E311CB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B8E5-9A4A-6615-21C6-EC7835D80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88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A8671-81BE-C084-3F82-138CCF92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7A0BD-CCB6-5F66-B84B-EE89F72B0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15313-30EC-3CBB-6613-807D509B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35FB9-5C67-0B46-9D76-E5113142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55A8E-4A1B-0606-29BF-8831ED15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334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C1DE2-78FD-8CA4-77A2-7F5DF1643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EE587-CDEA-6FC2-4556-A0617E5721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D2E35-C949-4A8B-545F-609785E5F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40847-BB93-E427-A6A7-6083BDDA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E9689-5517-2D4B-DF30-8A4153D8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CDA67-56BE-762A-EB5F-FD9F73A8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897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ACC32-DC5D-9F8F-E705-BE7916B6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9E117-DBDF-DC63-8A80-961B1EE8A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9E025-5A6F-D34A-F20F-10CC80FC8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0BAB93-4C6F-DD3C-1086-99D3825DF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989938-9779-78D3-19ED-29DFEA92A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CC5F28-B6D9-856C-7E6D-C20DF21F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AD6C1-D8BD-7ABE-2968-F36DC54D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A9B4F-5688-FD7C-915E-5FBEF981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24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C50C-4CCA-29B5-EA7E-9C34F45E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6B9D6-9919-E1C0-2DBB-58B4E2CA8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FA0C6-22A5-314F-3C70-2E4E3024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73A03-B6EF-78D3-F594-495BE057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44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0FE5E-A355-4DD4-6409-26C6C36AC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B8667A-FFF6-965E-EC99-ED2FCC12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C6FDD-70A3-2B3B-0ACE-B78A36EE1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43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36D2-C13F-F5D9-809C-D6D1D7ED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8E160-913F-352C-BC14-79C17F0B7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03847-1ED8-FC5A-D10A-F3813090E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C6D3F-72A0-422F-F3A4-F352740D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55679-564C-D16B-6EA9-A8134FAD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533E9-BA29-3C35-23A5-F5EEA0A69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90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628DD-8D9C-D5B0-C217-94FB1E797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8508BC-9CF1-BE04-7DEB-2DB9D3DC5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83199-FB4A-F897-3419-A86BA8AB0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B5EC9-0A83-13F4-66E4-062A47FA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58D9E-6762-B962-2EC2-96B7C12C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DA84B-6A23-D3DF-DEF0-EAE9B9C1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84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3C6C-1241-CB2A-3A0C-3A1988E4B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94D97-2D40-822A-E6A7-DF2043E02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E975E-5511-26C4-196F-EB57374C4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B819F-C80D-FF9F-B908-3CDAA816F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97946-F332-85FB-F82D-07E66D74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996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BF696-42BB-FFE7-0F9B-84558C973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F4A4B-26C7-3B5C-AFCA-5D0FE71B6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498AA-4036-3A55-155D-1F57C35E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E7BA6-9DA7-A060-C5EA-07899707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D9EE3-7AF6-76BD-1A9E-51F51F3E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35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16718B-8E0B-808C-BB49-274DE782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04897-32C9-1FF8-5CD8-22DABECE7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DECB6-E9C7-7A1D-8F61-65453F138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30B42-49F4-4FF2-9AF2-D9EEC5E5A52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57D5A-5B25-7124-531F-3DCE8A929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169EA-082C-1522-2F49-2D2393972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28291-FBB7-4F93-9D70-00E2C4DB3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96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45027D-3F72-DE7A-3ED7-67FBBC684863}"/>
              </a:ext>
            </a:extLst>
          </p:cNvPr>
          <p:cNvSpPr/>
          <p:nvPr/>
        </p:nvSpPr>
        <p:spPr>
          <a:xfrm>
            <a:off x="1194618" y="122902"/>
            <a:ext cx="8647471" cy="33060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Skills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E5C0D-A720-4A7C-778C-A770DC88C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91D242-8E31-65AD-554B-26E05C8C64D6}"/>
              </a:ext>
            </a:extLst>
          </p:cNvPr>
          <p:cNvSpPr/>
          <p:nvPr/>
        </p:nvSpPr>
        <p:spPr>
          <a:xfrm>
            <a:off x="1671484" y="530942"/>
            <a:ext cx="3431458" cy="530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Skill 1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65DA00-B64F-3EA5-FC26-A3E32C7A8657}"/>
              </a:ext>
            </a:extLst>
          </p:cNvPr>
          <p:cNvSpPr/>
          <p:nvPr/>
        </p:nvSpPr>
        <p:spPr>
          <a:xfrm>
            <a:off x="5422490" y="530942"/>
            <a:ext cx="3431458" cy="530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Skill 2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6721A9-501E-2110-85FD-E8E7B248AF4B}"/>
              </a:ext>
            </a:extLst>
          </p:cNvPr>
          <p:cNvSpPr/>
          <p:nvPr/>
        </p:nvSpPr>
        <p:spPr>
          <a:xfrm>
            <a:off x="1671484" y="1334729"/>
            <a:ext cx="3431458" cy="530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Skill 1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FA1B5B0-94D3-2440-4289-6BE6ECBEFC49}"/>
              </a:ext>
            </a:extLst>
          </p:cNvPr>
          <p:cNvSpPr/>
          <p:nvPr/>
        </p:nvSpPr>
        <p:spPr>
          <a:xfrm>
            <a:off x="5422490" y="1334729"/>
            <a:ext cx="3431458" cy="530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Skill 1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3B12C4-47C0-92AD-28B8-595C142E28F6}"/>
              </a:ext>
            </a:extLst>
          </p:cNvPr>
          <p:cNvSpPr/>
          <p:nvPr/>
        </p:nvSpPr>
        <p:spPr>
          <a:xfrm>
            <a:off x="1671484" y="2138516"/>
            <a:ext cx="3431458" cy="530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Skill 1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4F8DEC-89FA-95DE-E468-6C9D8AA60283}"/>
              </a:ext>
            </a:extLst>
          </p:cNvPr>
          <p:cNvSpPr/>
          <p:nvPr/>
        </p:nvSpPr>
        <p:spPr>
          <a:xfrm>
            <a:off x="5422490" y="2138516"/>
            <a:ext cx="3431458" cy="530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Skill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33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60A1B-18F7-7350-BA95-DEA3B93D3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C1E1CC-000A-8686-E79D-9F445BBC942D}"/>
              </a:ext>
            </a:extLst>
          </p:cNvPr>
          <p:cNvSpPr/>
          <p:nvPr/>
        </p:nvSpPr>
        <p:spPr>
          <a:xfrm>
            <a:off x="1194619" y="122901"/>
            <a:ext cx="3456040" cy="63270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D561B-E8CF-D195-B3AE-2D576BED58F4}"/>
              </a:ext>
            </a:extLst>
          </p:cNvPr>
          <p:cNvSpPr txBox="1"/>
          <p:nvPr/>
        </p:nvSpPr>
        <p:spPr>
          <a:xfrm>
            <a:off x="1582992" y="243037"/>
            <a:ext cx="244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Title</a:t>
            </a:r>
            <a:endParaRPr lang="en-IN" dirty="0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0DFE1EED-6C7C-CE6D-3961-273EB988CA8E}"/>
              </a:ext>
            </a:extLst>
          </p:cNvPr>
          <p:cNvSpPr/>
          <p:nvPr/>
        </p:nvSpPr>
        <p:spPr>
          <a:xfrm>
            <a:off x="4168877" y="304800"/>
            <a:ext cx="265471" cy="24580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81CD18-D6C1-040E-1D8B-E7E590069044}"/>
              </a:ext>
            </a:extLst>
          </p:cNvPr>
          <p:cNvSpPr txBox="1"/>
          <p:nvPr/>
        </p:nvSpPr>
        <p:spPr>
          <a:xfrm>
            <a:off x="1582993" y="693179"/>
            <a:ext cx="244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Session Guide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ADAEC4-5D96-E53D-2FD8-65E903CAED4C}"/>
              </a:ext>
            </a:extLst>
          </p:cNvPr>
          <p:cNvSpPr/>
          <p:nvPr/>
        </p:nvSpPr>
        <p:spPr>
          <a:xfrm>
            <a:off x="6007509" y="157315"/>
            <a:ext cx="3456040" cy="63270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1D5428-6E95-5BCF-32A6-364239CC893A}"/>
              </a:ext>
            </a:extLst>
          </p:cNvPr>
          <p:cNvSpPr/>
          <p:nvPr/>
        </p:nvSpPr>
        <p:spPr>
          <a:xfrm>
            <a:off x="6007509" y="304801"/>
            <a:ext cx="3456040" cy="757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76D82E-61A7-20CF-4181-4570D90D487A}"/>
              </a:ext>
            </a:extLst>
          </p:cNvPr>
          <p:cNvSpPr txBox="1"/>
          <p:nvPr/>
        </p:nvSpPr>
        <p:spPr>
          <a:xfrm>
            <a:off x="6182033" y="304800"/>
            <a:ext cx="2598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Place your Title here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0F850B-3995-1546-5471-B29F357520E5}"/>
              </a:ext>
            </a:extLst>
          </p:cNvPr>
          <p:cNvSpPr/>
          <p:nvPr/>
        </p:nvSpPr>
        <p:spPr>
          <a:xfrm>
            <a:off x="9104671" y="373626"/>
            <a:ext cx="255639" cy="2387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8983CE7C-705E-5EEC-8DFA-2825EDFFFCB0}"/>
              </a:ext>
            </a:extLst>
          </p:cNvPr>
          <p:cNvSpPr/>
          <p:nvPr/>
        </p:nvSpPr>
        <p:spPr>
          <a:xfrm>
            <a:off x="9104671" y="373626"/>
            <a:ext cx="255639" cy="238743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91037D-4330-7B9C-BFC1-9CBB4E9770EF}"/>
              </a:ext>
            </a:extLst>
          </p:cNvPr>
          <p:cNvSpPr/>
          <p:nvPr/>
        </p:nvSpPr>
        <p:spPr>
          <a:xfrm>
            <a:off x="6152537" y="613448"/>
            <a:ext cx="680884" cy="1914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983210F-43A8-03FF-0C2A-9A14E672D25A}"/>
              </a:ext>
            </a:extLst>
          </p:cNvPr>
          <p:cNvCxnSpPr>
            <a:cxnSpLocks/>
          </p:cNvCxnSpPr>
          <p:nvPr/>
        </p:nvCxnSpPr>
        <p:spPr>
          <a:xfrm>
            <a:off x="5673213" y="2566219"/>
            <a:ext cx="41393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2B95748-12CC-D1E6-DF6D-49E88D43B7E5}"/>
              </a:ext>
            </a:extLst>
          </p:cNvPr>
          <p:cNvSpPr/>
          <p:nvPr/>
        </p:nvSpPr>
        <p:spPr>
          <a:xfrm>
            <a:off x="8809704" y="642177"/>
            <a:ext cx="683342" cy="2795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timer</a:t>
            </a:r>
            <a:endParaRPr lang="en-IN" sz="16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D04BDDF-F07B-DBEF-3CFC-E620364D377B}"/>
              </a:ext>
            </a:extLst>
          </p:cNvPr>
          <p:cNvSpPr/>
          <p:nvPr/>
        </p:nvSpPr>
        <p:spPr>
          <a:xfrm>
            <a:off x="6818054" y="612369"/>
            <a:ext cx="610214" cy="1835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1E21EF3-6043-FDA8-0153-57F295E4A1E8}"/>
              </a:ext>
            </a:extLst>
          </p:cNvPr>
          <p:cNvSpPr/>
          <p:nvPr/>
        </p:nvSpPr>
        <p:spPr>
          <a:xfrm>
            <a:off x="5898125" y="596762"/>
            <a:ext cx="282677" cy="19147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E0CAA3E-B180-1F97-8723-58586854791E}"/>
              </a:ext>
            </a:extLst>
          </p:cNvPr>
          <p:cNvSpPr/>
          <p:nvPr/>
        </p:nvSpPr>
        <p:spPr>
          <a:xfrm>
            <a:off x="8393059" y="600395"/>
            <a:ext cx="282677" cy="27745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C8361C-1409-530F-372D-D064622E0357}"/>
              </a:ext>
            </a:extLst>
          </p:cNvPr>
          <p:cNvSpPr/>
          <p:nvPr/>
        </p:nvSpPr>
        <p:spPr>
          <a:xfrm>
            <a:off x="8799872" y="2245212"/>
            <a:ext cx="683342" cy="2795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mute</a:t>
            </a:r>
            <a:endParaRPr lang="en-IN" sz="16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453B46A-0C5B-3EF9-73D7-32095ADC6921}"/>
              </a:ext>
            </a:extLst>
          </p:cNvPr>
          <p:cNvSpPr/>
          <p:nvPr/>
        </p:nvSpPr>
        <p:spPr>
          <a:xfrm>
            <a:off x="6007509" y="963253"/>
            <a:ext cx="174524" cy="1602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013E47-AE4C-0E6D-F5E3-31B7F2FF27FE}"/>
              </a:ext>
            </a:extLst>
          </p:cNvPr>
          <p:cNvSpPr/>
          <p:nvPr/>
        </p:nvSpPr>
        <p:spPr>
          <a:xfrm>
            <a:off x="8780207" y="975260"/>
            <a:ext cx="683342" cy="2795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timer</a:t>
            </a:r>
            <a:endParaRPr lang="en-IN" sz="1600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47AAA77-9890-60D3-F16F-FC1EC854F911}"/>
              </a:ext>
            </a:extLst>
          </p:cNvPr>
          <p:cNvSpPr/>
          <p:nvPr/>
        </p:nvSpPr>
        <p:spPr>
          <a:xfrm>
            <a:off x="6516330" y="1254857"/>
            <a:ext cx="2843980" cy="3626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Skills 1 score/total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1790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CF182-9D22-0278-D8D2-77FD6B37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AFE132-6E63-AD60-2AFB-1419EA15C23F}"/>
              </a:ext>
            </a:extLst>
          </p:cNvPr>
          <p:cNvSpPr/>
          <p:nvPr/>
        </p:nvSpPr>
        <p:spPr>
          <a:xfrm>
            <a:off x="1194619" y="122901"/>
            <a:ext cx="3456040" cy="63270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A1B85-F3F1-41A6-D96E-3E9B230B0740}"/>
              </a:ext>
            </a:extLst>
          </p:cNvPr>
          <p:cNvSpPr txBox="1"/>
          <p:nvPr/>
        </p:nvSpPr>
        <p:spPr>
          <a:xfrm>
            <a:off x="1582992" y="243037"/>
            <a:ext cx="244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Title</a:t>
            </a:r>
            <a:endParaRPr lang="en-IN" dirty="0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D157C9E7-6898-AA0E-8C5E-6881033FE9B7}"/>
              </a:ext>
            </a:extLst>
          </p:cNvPr>
          <p:cNvSpPr/>
          <p:nvPr/>
        </p:nvSpPr>
        <p:spPr>
          <a:xfrm>
            <a:off x="4168877" y="304800"/>
            <a:ext cx="265471" cy="24580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6F93AB-A0AB-F006-C78D-B0C81E93A05C}"/>
              </a:ext>
            </a:extLst>
          </p:cNvPr>
          <p:cNvSpPr txBox="1"/>
          <p:nvPr/>
        </p:nvSpPr>
        <p:spPr>
          <a:xfrm>
            <a:off x="1582993" y="693179"/>
            <a:ext cx="244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Assessment Report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ADA423-6B3E-E750-ACA6-1CA35AA9CAFC}"/>
              </a:ext>
            </a:extLst>
          </p:cNvPr>
          <p:cNvSpPr/>
          <p:nvPr/>
        </p:nvSpPr>
        <p:spPr>
          <a:xfrm>
            <a:off x="1256071" y="1121511"/>
            <a:ext cx="3333136" cy="1022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698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Namrata Khaparde</dc:creator>
  <cp:lastModifiedBy>Namrata Khaparde</cp:lastModifiedBy>
  <cp:revision>1</cp:revision>
  <dcterms:created xsi:type="dcterms:W3CDTF">2026-06-16T07:06:32Z</dcterms:created>
  <dcterms:modified xsi:type="dcterms:W3CDTF">2026-06-16T07:06:33Z</dcterms:modified>
</cp:coreProperties>
</file>